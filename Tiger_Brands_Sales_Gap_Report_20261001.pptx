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75" d="100"/>
          <a:sy n="75" d="100"/>
        </p:scale>
        <p:origin x="198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FAA9C-A36A-4F78-9A36-34090E112EC0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840BF-8730-4728-A7CF-E0218A08A5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599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lineStackedColumnComboChart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pivotTable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waterfallChart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lineStackedColumnComboChart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lineStackedColumnComboChart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clusteredBarChart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5f781a1d-b0c2-4aab-a5e1-cc452db7cd34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5f781a1d-b0c2-4aab-a5e1-cc452db7cd34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5f781a1d-b0c2-4aab-a5e1-cc452db7cd34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5f781a1d-b0c2-4aab-a5e1-cc452db7cd34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5f781a1d-b0c2-4aab-a5e1-cc452db7cd34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5f781a1d-b0c2-4aab-a5e1-cc452db7cd34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5f781a1d-b0c2-4aab-a5e1-cc452db7cd34/?pbi_source=PowerPoi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579472" y="2885793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Tiger_Brands_Sales_Gap_Report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10/1/2026 7:14:48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10/1/2026 7:10:21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shape ,slicer ,slicer ,clusteredColumnChart ,slicer ,cardVisual ,shape ,shape ,cardVisual ,cardVisual ,clusteredBarChart ,lineStackedColumnCombo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Executive_Summary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slicer ,clusteredColumnChart ,slicer ,shape ,clusteredColumn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Retailer_Performance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StackedColumnComboChart ,slicer ,shape ,slicer ,barChart ,pivotTable ,waterfallChart ,lineStackedColumnComboChart ,lineStackedColumnCombo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Product_And_Category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slicer ,clusteredColumnChart ,slicer ,shape ,clusteredColumn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Store_Region_Exceptions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lusteredBarChart ,slicer ,columnChart ,clusteredColumnChart ,cardVisual ,slicer ,slicer ,shap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Outlet_Drivers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cardVisual ,cardVisual ,clusteredColumnChart ,shape ,clusteredBarChart ,column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Pricing_Effectiveness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230</Words>
  <Application>Microsoft Office PowerPoint</Application>
  <PresentationFormat>Widescreen</PresentationFormat>
  <Paragraphs>115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Tiger_Brands_Sales_Gap_Report</vt:lpstr>
      <vt:lpstr>Executive_Summary</vt:lpstr>
      <vt:lpstr>Retailer_Performance</vt:lpstr>
      <vt:lpstr>Product_And_Category</vt:lpstr>
      <vt:lpstr>Store_Region_Exceptions</vt:lpstr>
      <vt:lpstr>Outlet_Drivers</vt:lpstr>
      <vt:lpstr>Pricing_Effectiveness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Thandeka Ngetu</cp:lastModifiedBy>
  <cp:revision>6</cp:revision>
  <dcterms:created xsi:type="dcterms:W3CDTF">2016-09-04T11:54:55Z</dcterms:created>
  <dcterms:modified xsi:type="dcterms:W3CDTF">2026-10-01T20:53:51Z</dcterms:modified>
</cp:coreProperties>
</file>